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Mokoto" charset="1" panose="00000000000000000000"/>
      <p:regular r:id="rId13"/>
    </p:embeddedFont>
    <p:embeddedFont>
      <p:font typeface="HK Modular" charset="1" panose="00000800000000000000"/>
      <p:regular r:id="rId14"/>
    </p:embeddedFont>
    <p:embeddedFont>
      <p:font typeface="Quicksand" charset="1" panose="00000000000000000000"/>
      <p:regular r:id="rId15"/>
    </p:embeddedFont>
    <p:embeddedFont>
      <p:font typeface="HK Sentiments Medium" charset="1" panose="00000600000000000000"/>
      <p:regular r:id="rId16"/>
    </p:embeddedFont>
    <p:embeddedFont>
      <p:font typeface="Quicksand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5.png" Type="http://schemas.openxmlformats.org/officeDocument/2006/relationships/image"/><Relationship Id="rId5" Target="../media/image4.png" Type="http://schemas.openxmlformats.org/officeDocument/2006/relationships/image"/><Relationship Id="rId6" Target="../media/image6.png" Type="http://schemas.openxmlformats.org/officeDocument/2006/relationships/image"/><Relationship Id="rId7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57" t="0" r="-655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95" r="0" b="-13695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6043" y="2951652"/>
            <a:ext cx="16673257" cy="137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817"/>
              </a:lnSpc>
            </a:pPr>
            <a:r>
              <a:rPr lang="en-US" sz="894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TITLE NAME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7447" r="0" b="-397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790411" y="1506768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931353" y="4588123"/>
            <a:ext cx="5795172" cy="1552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TEAM NAME </a:t>
            </a:r>
          </a:p>
          <a:p>
            <a:pPr algn="ctr">
              <a:lnSpc>
                <a:spcPts val="4199"/>
              </a:lnSpc>
            </a:pPr>
            <a:r>
              <a:rPr lang="en-US" sz="29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DOMAIN</a:t>
            </a:r>
          </a:p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149848" y="7087026"/>
            <a:ext cx="8186181" cy="2520189"/>
            <a:chOff x="0" y="0"/>
            <a:chExt cx="10914908" cy="3360252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57150"/>
              <a:ext cx="4138017" cy="677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86"/>
                </a:lnSpc>
                <a:spcBef>
                  <a:spcPct val="0"/>
                </a:spcBef>
              </a:pP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3340345" y="-57150"/>
              <a:ext cx="3734671" cy="6773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6"/>
                </a:lnSpc>
                <a:spcBef>
                  <a:spcPct val="0"/>
                </a:spcBef>
              </a:pPr>
              <a:r>
                <a:rPr lang="en-US" sz="306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Team Lead: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429819" y="934526"/>
              <a:ext cx="3278379" cy="19710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987"/>
                </a:lnSpc>
              </a:pPr>
              <a:r>
                <a:rPr lang="en-US" sz="2847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Member 1:</a:t>
              </a:r>
            </a:p>
            <a:p>
              <a:pPr algn="l">
                <a:lnSpc>
                  <a:spcPts val="3987"/>
                </a:lnSpc>
              </a:pPr>
            </a:p>
            <a:p>
              <a:pPr algn="l">
                <a:lnSpc>
                  <a:spcPts val="3987"/>
                </a:lnSpc>
                <a:spcBef>
                  <a:spcPct val="0"/>
                </a:spcBef>
              </a:pP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429819" y="1886699"/>
              <a:ext cx="3839891" cy="1401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6"/>
                </a:lnSpc>
              </a:pPr>
              <a:r>
                <a:rPr lang="en-US" sz="306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Member 2:</a:t>
              </a:r>
            </a:p>
            <a:p>
              <a:pPr algn="l">
                <a:lnSpc>
                  <a:spcPts val="4286"/>
                </a:lnSpc>
                <a:spcBef>
                  <a:spcPct val="0"/>
                </a:spcBef>
              </a:pP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7075017" y="925001"/>
              <a:ext cx="3646023" cy="21251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6"/>
                </a:lnSpc>
              </a:pPr>
              <a:r>
                <a:rPr lang="en-US" sz="306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Member 3:</a:t>
              </a:r>
            </a:p>
            <a:p>
              <a:pPr algn="l">
                <a:lnSpc>
                  <a:spcPts val="4286"/>
                </a:lnSpc>
              </a:pPr>
            </a:p>
            <a:p>
              <a:pPr algn="l">
                <a:lnSpc>
                  <a:spcPts val="4286"/>
                </a:lnSpc>
                <a:spcBef>
                  <a:spcPct val="0"/>
                </a:spcBef>
              </a:pP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7075017" y="1959001"/>
              <a:ext cx="3839891" cy="14012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6"/>
                </a:lnSpc>
              </a:pPr>
              <a:r>
                <a:rPr lang="en-US" sz="3061">
                  <a:solidFill>
                    <a:srgbClr val="FFFFFF"/>
                  </a:solidFill>
                  <a:latin typeface="Quicksand"/>
                  <a:ea typeface="Quicksand"/>
                  <a:cs typeface="Quicksand"/>
                  <a:sym typeface="Quicksand"/>
                </a:rPr>
                <a:t>Member 4:</a:t>
              </a:r>
            </a:p>
            <a:p>
              <a:pPr algn="l">
                <a:lnSpc>
                  <a:spcPts val="4286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869432" y="2322836"/>
            <a:ext cx="12826034" cy="1187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03"/>
              </a:lnSpc>
              <a:spcBef>
                <a:spcPct val="0"/>
              </a:spcBef>
            </a:pPr>
            <a:r>
              <a:rPr lang="en-US" b="true" sz="6859">
                <a:solidFill>
                  <a:srgbClr val="FFFFFF"/>
                </a:solidFill>
                <a:latin typeface="HK Sentiments Medium"/>
                <a:ea typeface="HK Sentiments Medium"/>
                <a:cs typeface="HK Sentiments Medium"/>
                <a:sym typeface="HK Sentiments Medium"/>
              </a:rPr>
              <a:t>PROPOSED SOLUTION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47141" y="3901205"/>
            <a:ext cx="14870618" cy="1549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214"/>
              </a:lnSpc>
              <a:spcBef>
                <a:spcPct val="0"/>
              </a:spcBef>
            </a:pPr>
            <a:r>
              <a:rPr lang="en-US" sz="4439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What is your idea and how is that effective in solving the problem?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7" r="0" b="-397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95" r="0" b="-13695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57" t="0" r="-6557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0411" y="1471854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7" r="0" b="-397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95" r="0" b="-1369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57" t="0" r="-655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90411" y="1471854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0983" y="2141861"/>
            <a:ext cx="12826034" cy="111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183"/>
              </a:lnSpc>
              <a:spcBef>
                <a:spcPct val="0"/>
              </a:spcBef>
            </a:pPr>
            <a:r>
              <a:rPr lang="en-US" b="true" sz="6559">
                <a:solidFill>
                  <a:srgbClr val="FFFFFF"/>
                </a:solidFill>
                <a:latin typeface="HK Sentiments Medium"/>
                <a:ea typeface="HK Sentiments Medium"/>
                <a:cs typeface="HK Sentiments Medium"/>
                <a:sym typeface="HK Sentiments Medium"/>
              </a:rPr>
              <a:t>INNOVATION &amp; USP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11715" y="3924970"/>
            <a:ext cx="16230600" cy="15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6"/>
              </a:lnSpc>
              <a:spcBef>
                <a:spcPct val="0"/>
              </a:spcBef>
            </a:pPr>
            <a:r>
              <a:rPr lang="en-US" sz="456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What is unique or innovative about your solution compared to existing ones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7" r="0" b="-397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95" r="0" b="-1369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57" t="0" r="-655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90411" y="1471854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65862" y="2671685"/>
            <a:ext cx="7356277" cy="6473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6"/>
              </a:lnSpc>
              <a:spcBef>
                <a:spcPct val="0"/>
              </a:spcBef>
            </a:pPr>
            <a:r>
              <a:rPr lang="en-US" sz="3761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TECHNICAL APPROACH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70116" y="4376053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27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4433218" y="4278884"/>
            <a:ext cx="9421564" cy="5883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6"/>
              </a:lnSpc>
              <a:spcBef>
                <a:spcPct val="0"/>
              </a:spcBef>
            </a:pPr>
            <a:r>
              <a:rPr lang="en-US" sz="346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Technologies to be used ( APIs, Language, etc)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913998" y="2141861"/>
            <a:ext cx="12826034" cy="1086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03"/>
              </a:lnSpc>
              <a:spcBef>
                <a:spcPct val="0"/>
              </a:spcBef>
            </a:pPr>
            <a:r>
              <a:rPr lang="en-US" b="true" sz="6359">
                <a:solidFill>
                  <a:srgbClr val="FFFFFF"/>
                </a:solidFill>
                <a:latin typeface="HK Sentiments Medium"/>
                <a:ea typeface="HK Sentiments Medium"/>
                <a:cs typeface="HK Sentiments Medium"/>
                <a:sym typeface="HK Sentiments Medium"/>
              </a:rPr>
              <a:t>IMPACT &amp; BENEFITS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1715" y="3618630"/>
            <a:ext cx="16230600" cy="15891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6"/>
              </a:lnSpc>
              <a:spcBef>
                <a:spcPct val="0"/>
              </a:spcBef>
            </a:pPr>
            <a:r>
              <a:rPr lang="en-US" sz="456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Potential impact on the audience. how is it beneficial in solving the problem?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557" t="0" r="-6557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3695" r="0" b="-13695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7447" r="0" b="-397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790411" y="1471854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7" r="0" b="-397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95" r="0" b="-13695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57" t="0" r="-6557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790411" y="1471854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730983" y="2132336"/>
            <a:ext cx="12826034" cy="12018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883"/>
              </a:lnSpc>
              <a:spcBef>
                <a:spcPct val="0"/>
              </a:spcBef>
            </a:pPr>
            <a:r>
              <a:rPr lang="en-US" b="true" sz="7059">
                <a:solidFill>
                  <a:srgbClr val="FFFFFF"/>
                </a:solidFill>
                <a:latin typeface="HK Sentiments Medium"/>
                <a:ea typeface="HK Sentiments Medium"/>
                <a:cs typeface="HK Sentiments Medium"/>
                <a:sym typeface="HK Sentiments Medium"/>
              </a:rPr>
              <a:t>RESEARCH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76971" y="3724675"/>
            <a:ext cx="16230600" cy="779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86"/>
              </a:lnSpc>
              <a:spcBef>
                <a:spcPct val="0"/>
              </a:spcBef>
            </a:pPr>
            <a:r>
              <a:rPr lang="en-US" sz="456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Details/links of reference and research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22" r="0" b="-9222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7774" y="107157"/>
            <a:ext cx="1073942" cy="1048883"/>
          </a:xfrm>
          <a:custGeom>
            <a:avLst/>
            <a:gdLst/>
            <a:ahLst/>
            <a:cxnLst/>
            <a:rect r="r" b="b" t="t" l="l"/>
            <a:pathLst>
              <a:path h="1048883" w="1073942">
                <a:moveTo>
                  <a:pt x="0" y="0"/>
                </a:moveTo>
                <a:lnTo>
                  <a:pt x="1073941" y="0"/>
                </a:lnTo>
                <a:lnTo>
                  <a:pt x="1073941" y="1048884"/>
                </a:lnTo>
                <a:lnTo>
                  <a:pt x="0" y="10488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46" t="-47578" r="-20958" b="-32053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90411" y="1471854"/>
            <a:ext cx="12905056" cy="5176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SCHOOL OF COMPUTER SCIENCE </a:t>
            </a:r>
            <a:r>
              <a:rPr lang="en-US" sz="2053" spc="572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AND ENGINEERING</a:t>
            </a:r>
          </a:p>
          <a:p>
            <a:pPr algn="ctr">
              <a:lnSpc>
                <a:spcPts val="1953"/>
              </a:lnSpc>
              <a:spcBef>
                <a:spcPct val="0"/>
              </a:spcBef>
            </a:pPr>
            <a:r>
              <a:rPr lang="en-US" sz="1953" spc="544">
                <a:solidFill>
                  <a:srgbClr val="FFFFFF"/>
                </a:solidFill>
                <a:latin typeface="HK Modular"/>
                <a:ea typeface="HK Modular"/>
                <a:cs typeface="HK Modular"/>
                <a:sym typeface="HK Modular"/>
              </a:rPr>
              <a:t>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568103" y="176009"/>
            <a:ext cx="2444616" cy="784388"/>
          </a:xfrm>
          <a:custGeom>
            <a:avLst/>
            <a:gdLst/>
            <a:ahLst/>
            <a:cxnLst/>
            <a:rect r="r" b="b" t="t" l="l"/>
            <a:pathLst>
              <a:path h="784388" w="2444616">
                <a:moveTo>
                  <a:pt x="0" y="0"/>
                </a:moveTo>
                <a:lnTo>
                  <a:pt x="2444616" y="0"/>
                </a:lnTo>
                <a:lnTo>
                  <a:pt x="2444616" y="784388"/>
                </a:lnTo>
                <a:lnTo>
                  <a:pt x="0" y="7843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447" r="0" b="-397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17844" y="-19635"/>
            <a:ext cx="3822192" cy="1175676"/>
          </a:xfrm>
          <a:custGeom>
            <a:avLst/>
            <a:gdLst/>
            <a:ahLst/>
            <a:cxnLst/>
            <a:rect r="r" b="b" t="t" l="l"/>
            <a:pathLst>
              <a:path h="1175676" w="3822192">
                <a:moveTo>
                  <a:pt x="0" y="0"/>
                </a:moveTo>
                <a:lnTo>
                  <a:pt x="3822192" y="0"/>
                </a:lnTo>
                <a:lnTo>
                  <a:pt x="3822192" y="1175676"/>
                </a:lnTo>
                <a:lnTo>
                  <a:pt x="0" y="11756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13695" r="0" b="-13695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542272" y="-20327"/>
            <a:ext cx="2802522" cy="1176367"/>
          </a:xfrm>
          <a:custGeom>
            <a:avLst/>
            <a:gdLst/>
            <a:ahLst/>
            <a:cxnLst/>
            <a:rect r="r" b="b" t="t" l="l"/>
            <a:pathLst>
              <a:path h="1176367" w="2802522">
                <a:moveTo>
                  <a:pt x="0" y="0"/>
                </a:moveTo>
                <a:lnTo>
                  <a:pt x="2802522" y="0"/>
                </a:lnTo>
                <a:lnTo>
                  <a:pt x="2802522" y="1176368"/>
                </a:lnTo>
                <a:lnTo>
                  <a:pt x="0" y="117636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446164" y="127341"/>
            <a:ext cx="1322815" cy="1028700"/>
          </a:xfrm>
          <a:custGeom>
            <a:avLst/>
            <a:gdLst/>
            <a:ahLst/>
            <a:cxnLst/>
            <a:rect r="r" b="b" t="t" l="l"/>
            <a:pathLst>
              <a:path h="1028700" w="1322815">
                <a:moveTo>
                  <a:pt x="0" y="0"/>
                </a:moveTo>
                <a:lnTo>
                  <a:pt x="1322815" y="0"/>
                </a:lnTo>
                <a:lnTo>
                  <a:pt x="1322815" y="1028700"/>
                </a:lnTo>
                <a:lnTo>
                  <a:pt x="0" y="102870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557" t="0" r="-6557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156922" y="2023781"/>
            <a:ext cx="11974156" cy="102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331"/>
              </a:lnSpc>
              <a:spcBef>
                <a:spcPct val="0"/>
              </a:spcBef>
            </a:pPr>
            <a:r>
              <a:rPr lang="en-US" b="true" sz="5950">
                <a:solidFill>
                  <a:srgbClr val="FFFFFF"/>
                </a:solidFill>
                <a:latin typeface="HK Sentiments Medium"/>
                <a:ea typeface="HK Sentiments Medium"/>
                <a:cs typeface="HK Sentiments Medium"/>
                <a:sym typeface="HK Sentiments Medium"/>
              </a:rPr>
              <a:t>GENERAL INSTRUCTIONS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4382" y="9201150"/>
            <a:ext cx="14309115" cy="177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2661" b="true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STUDENT COORDINATORS- </a:t>
            </a:r>
            <a:r>
              <a:rPr lang="en-US" sz="2661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Sugeeth Jayaraj(+91 81226 54796) Prasanna(+91 97909 70726)</a:t>
            </a:r>
          </a:p>
          <a:p>
            <a:pPr algn="l">
              <a:lnSpc>
                <a:spcPts val="5266"/>
              </a:lnSpc>
            </a:pPr>
          </a:p>
          <a:p>
            <a:pPr algn="l">
              <a:lnSpc>
                <a:spcPts val="526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783769" y="3158506"/>
            <a:ext cx="17259300" cy="4621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5420" indent="-357710" lvl="1">
              <a:lnSpc>
                <a:spcPts val="4639"/>
              </a:lnSpc>
              <a:buAutoNum type="arabicPeriod" startAt="1"/>
            </a:pPr>
            <a:r>
              <a:rPr lang="en-US" b="true" sz="3313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PPT </a:t>
            </a: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Submission closes on  8</a:t>
            </a: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</a:t>
            </a: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 January,8:00 pm. </a:t>
            </a:r>
          </a:p>
          <a:p>
            <a:pPr algn="l" marL="715420" indent="-357710" lvl="1">
              <a:lnSpc>
                <a:spcPts val="4639"/>
              </a:lnSpc>
              <a:buAutoNum type="arabicPeriod" startAt="1"/>
            </a:pP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The max. slides limit is 6 (including title slide). </a:t>
            </a:r>
          </a:p>
          <a:p>
            <a:pPr algn="l" marL="715420" indent="-357710" lvl="1">
              <a:lnSpc>
                <a:spcPts val="4639"/>
              </a:lnSpc>
              <a:buAutoNum type="arabicPeriod" startAt="1"/>
            </a:pP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Avoid paragraphs and give your explanation in points to make it precise &amp; understandable. </a:t>
            </a:r>
          </a:p>
          <a:p>
            <a:pPr algn="l" marL="715420" indent="-357710" lvl="1">
              <a:lnSpc>
                <a:spcPts val="4639"/>
              </a:lnSpc>
              <a:buAutoNum type="arabicPeriod" startAt="1"/>
            </a:pP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You can only use the provided template for the PPT without changing the pointers we gave. </a:t>
            </a:r>
          </a:p>
          <a:p>
            <a:pPr algn="l" marL="715420" indent="-357710" lvl="1">
              <a:lnSpc>
                <a:spcPts val="4639"/>
              </a:lnSpc>
              <a:buAutoNum type="arabicPeriod" startAt="1"/>
            </a:pPr>
            <a:r>
              <a:rPr lang="en-US" sz="3313">
                <a:solidFill>
                  <a:srgbClr val="FFFFFF"/>
                </a:solidFill>
                <a:latin typeface="Quicksand"/>
                <a:ea typeface="Quicksand"/>
                <a:cs typeface="Quicksand"/>
                <a:sym typeface="Quicksand"/>
              </a:rPr>
              <a:t>Submit the file as a PDF. No other formats will be evaluated(such as docs or ppts).</a:t>
            </a:r>
            <a:r>
              <a:rPr lang="en-US" b="true" sz="3313">
                <a:solidFill>
                  <a:srgbClr val="FFFFFF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                  </a:t>
            </a:r>
          </a:p>
          <a:p>
            <a:pPr algn="l">
              <a:lnSpc>
                <a:spcPts val="463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DAG8rrT4z9Q</dc:identifier>
  <dcterms:modified xsi:type="dcterms:W3CDTF">2011-08-01T06:04:30Z</dcterms:modified>
  <cp:revision>1</cp:revision>
  <dc:title>PPT TEMPLATE</dc:title>
</cp:coreProperties>
</file>